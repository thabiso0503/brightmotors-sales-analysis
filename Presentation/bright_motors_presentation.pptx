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Sales — Insights &amp;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pricing, demand, geography and product mix.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South African Rand (ZAR).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  •  10-slide brief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B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16.3 B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73552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0712" y="2103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58,400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181344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 Price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18504" y="2103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279k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089136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D96B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6296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26296" y="2103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and Chevrolet lead revenue; full-size trucks dominate the top of the catalog.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Texas and Florida together generate over 50% of national sales.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and EV share climbed from 1% in 2016 to 11.5% in 2023.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drops ~R1,850 for every additional 1,000 km on the odometer.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make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and Chevy combine for R2.6B+; premium European brands trail.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models by units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and mid-size sedans drive the volume curve.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share by state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TX, FL together account for 54% of total sales.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 price by year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inflation-adjusted lift; prices doubled since 2014.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mileage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correlation (-0.71). Mileage is the single biggest price lever.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type mix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and SUVs are 62% of all sales — stock accordingly.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preference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share grew from 78% to 88% in five years.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EV share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Hybrid/EV sales nearly 10× since 2016; supply is the bottleneck.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colors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White, black and silver are 59% of sales — keep neutrals well stocked.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category share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49808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630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and rental fleets together supply 58% of inventory.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SALES 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164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554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inventory on Ford, Chevy and Toyota mid-size segment — they drive the bulk of revenue.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463040" y="251460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514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dynamic pricing:  price = base(year) − R2,220 × (odometer in 1,000 km).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63040" y="347472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4747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sales &amp; marketing investment in California, Texas and Florida (top 3 states).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348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463040" y="443484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44348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low-mileage, excellent-condition stock and grow hybrid / EV listings.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39496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463040" y="539496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5394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rental fleets to secure consistent, well-maintained used-car supply.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•  Generated from car_sales_data analysis  •  Values in ZAR (FX 18.5)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2026-05-31T21:07:44Z</dcterms:created>
  <dcterms:modified xsi:type="dcterms:W3CDTF">2026-05-31T21:07:44Z</dcterms:modified>
</cp:coreProperties>
</file>